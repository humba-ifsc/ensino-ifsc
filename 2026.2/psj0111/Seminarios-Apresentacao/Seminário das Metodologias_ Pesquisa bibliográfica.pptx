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9ea2b6c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9ea2b6c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9ea2b6c3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9ea2b6c3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9ea2b6c3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9ea2b6c3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9ea2b6c3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9ea2b6c3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9ea2b6c3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9ea2b6c3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9ea2b6c3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9ea2b6c3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9ea2b6c3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9ea2b6c3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Seminário das Metodologias: Pesquisa bibliográfica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Instituto Federal de Santa Catarina - Campus São José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Especialização em Educação Ambiental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Alunos: Gabriel Beck de Albuquerque</a:t>
            </a:r>
            <a:endParaRPr/>
          </a:p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Paulo Henrique Rosa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Pesquisa Bibliográfica	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t-BR" sz="2300"/>
              <a:t>Forma de investigação frequente na pesquisa científica de todas as áreas, particularmente na Educação;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t-BR" sz="2300"/>
              <a:t>Pré-</a:t>
            </a:r>
            <a:r>
              <a:rPr lang="pt-BR" sz="2300"/>
              <a:t>requisito</a:t>
            </a:r>
            <a:r>
              <a:rPr lang="pt-BR" sz="2300"/>
              <a:t> à realização de projetos e investigações científicas;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t-BR" sz="2300"/>
              <a:t>Consulta a livros, revistas e documentos, físicos ou eletrônicos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t-BR" sz="2300"/>
              <a:t>Leituras, fichamentos e resumos.</a:t>
            </a:r>
            <a:endParaRPr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pt-BR"/>
              <a:t>Levantamento e Fundamentação da Pesquisa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t-BR" sz="2300"/>
              <a:t>Após a escolha do tema: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t-BR" sz="2300"/>
              <a:t>Levantamento das fontes teóricas (relatórios de pesquisa, livro, artigos científicos, monografias, dissertações e teses);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t-BR" sz="2300"/>
              <a:t>Embasar </a:t>
            </a:r>
            <a:r>
              <a:rPr lang="pt-BR" sz="2300"/>
              <a:t>teoricamente</a:t>
            </a:r>
            <a:r>
              <a:rPr lang="pt-BR" sz="2300"/>
              <a:t> a pesquisa: parte do referencial teórico da pesquisa em forma de revisão bibliográfica;</a:t>
            </a:r>
            <a:endParaRPr sz="23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pt-BR"/>
              <a:t>Estado da Arte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t-BR" sz="2300"/>
              <a:t>Identificação do Estado da Arte: até que ponto o tema foi estudando.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t-BR" sz="2300"/>
              <a:t>Análise das mais recentes obras científicas que tratam do tema;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t-BR" sz="2300"/>
              <a:t>Ou que deem o embasamento teórico-metodológico para a pesquisa;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t-BR" sz="2300"/>
              <a:t>Explicitaçáo dos conceitos utilizados na pesquisa;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t-BR" sz="2300"/>
              <a:t>Recortes temporais e epistemológicos;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Conclusão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t-BR" sz="2300"/>
              <a:t>Demonstração de que o pesquisador está atualizado sobre o tema.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t-BR" sz="2300"/>
              <a:t>Pesquisa científica não é apenas uma descrição de dados </a:t>
            </a:r>
            <a:r>
              <a:rPr lang="pt-BR" sz="2300"/>
              <a:t>empíricos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t-BR" sz="2300"/>
              <a:t>É uma tentativa de interpretação dos dados relacionando a pesquisa com a teoria.</a:t>
            </a:r>
            <a:endParaRPr sz="2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Pesquisas Selecionadas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t-BR" sz="2300"/>
              <a:t>Consultou-se 5 teses de Geografia (</a:t>
            </a:r>
            <a:r>
              <a:rPr lang="pt-BR" sz="2300"/>
              <a:t>Machado, 2000; Springer, 2013; </a:t>
            </a:r>
            <a:r>
              <a:rPr lang="pt-BR" sz="2300"/>
              <a:t>Rossi, 2019; </a:t>
            </a:r>
            <a:r>
              <a:rPr lang="pt-BR" sz="2300"/>
              <a:t>Da Silva, 2019;</a:t>
            </a:r>
            <a:r>
              <a:rPr lang="pt-BR" sz="2300"/>
              <a:t> Torres, 2023)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t-BR" sz="2300"/>
              <a:t>Em todas elas, houveram dois casos: 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t-BR" sz="2300"/>
              <a:t>Nenhuma referência à pesquisa bibliográfica na metodologia da pesquisa, iniciando diretamente os pressupostos teóricos que </a:t>
            </a:r>
            <a:r>
              <a:rPr lang="pt-BR" sz="2300"/>
              <a:t>orientam</a:t>
            </a:r>
            <a:r>
              <a:rPr lang="pt-BR" sz="2300"/>
              <a:t> a pesquisa;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pt-BR" sz="2300"/>
              <a:t>Referência rápida de que houve um </a:t>
            </a:r>
            <a:r>
              <a:rPr lang="pt-BR" sz="2300"/>
              <a:t>levantamento</a:t>
            </a:r>
            <a:r>
              <a:rPr lang="pt-BR" sz="2300"/>
              <a:t> e análise de bibliográfica a fim de reunir dados.</a:t>
            </a:r>
            <a:endParaRPr sz="2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r>
              <a:rPr lang="pt-BR"/>
              <a:t> bibliográficas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300"/>
              <a:t>LUDWIG, Antônio Carlos Will. </a:t>
            </a:r>
            <a:r>
              <a:rPr b="1" lang="pt-BR" sz="2300"/>
              <a:t>A pesquisa em educação</a:t>
            </a:r>
            <a:r>
              <a:rPr lang="pt-BR" sz="2300"/>
              <a:t>.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300"/>
              <a:t>PRODANOV, Cleber Cristiano; DE FREITAS, Ernani César. </a:t>
            </a:r>
            <a:r>
              <a:rPr b="1" lang="pt-BR" sz="2300"/>
              <a:t>Metodologia do Trabalho Científico</a:t>
            </a:r>
            <a:r>
              <a:rPr lang="pt-BR" sz="2300"/>
              <a:t>: Métodos e técnicas da pesquisa e do trabalho acadêmico. 2. ed. Novo Hamburgo: FEEVALE, 2013. 277 p.</a:t>
            </a:r>
            <a:r>
              <a:rPr lang="pt-BR" sz="2300">
                <a:solidFill>
                  <a:schemeClr val="dk1"/>
                </a:solidFill>
              </a:rPr>
              <a:t> 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Teses Consultadas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/>
              <a:t>DA SILVA, Mariza Ferreira. </a:t>
            </a:r>
            <a:r>
              <a:rPr b="1" lang="pt-BR" sz="1100"/>
              <a:t>A cientificidade da geografia crítica em questão</a:t>
            </a:r>
            <a:r>
              <a:rPr lang="pt-BR" sz="1100"/>
              <a:t>: avaliação das contribuições de Milton Santos e David Harvey com base na teoria da ciência de Karl Popper. Orientador: Luis Lopes Diniz Filho. 2019. 348 p. Tese (Doutorado em Geografia) - Universidade Federal do Paraná, Curitiba, 2019. 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/>
              <a:t>MACHADO, Ewerton Vieira. </a:t>
            </a:r>
            <a:r>
              <a:rPr b="1" lang="pt-BR" sz="1100"/>
              <a:t>Florianópolis</a:t>
            </a:r>
            <a:r>
              <a:rPr lang="pt-BR" sz="1100"/>
              <a:t>: Um lugar em tempo de globalização. Orientador: Maria Adélia de Souza. 2000. 299 p. Tese (Doutorado em Geografia) - Universidade Federal de Santa Catarina, Florianópolis, 2000. 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/>
              <a:t>ROSSI, Murilo Vogt. </a:t>
            </a:r>
            <a:r>
              <a:rPr b="1" lang="pt-BR" sz="1100"/>
              <a:t>A Cartografia Escolar frente à ciência geográfica renovada</a:t>
            </a:r>
            <a:r>
              <a:rPr lang="pt-BR" sz="1100"/>
              <a:t>: uma questão socioespacial. Orientador: Maria Adailza Martins de Albuquerque. 2019. 261 p. Tese (Doutorado em Geografia) - Universidade Federal da Paraíba, João Pessoa, 2019.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100"/>
              <a:t>SPRINGER, Kalina Salaib. </a:t>
            </a:r>
            <a:r>
              <a:rPr b="1" lang="pt-BR" sz="1100"/>
              <a:t>Frühromantik e as concepções de natureza, ciência, Arte e sociedade em Alexander Von Humboldt</a:t>
            </a:r>
            <a:r>
              <a:rPr lang="pt-BR" sz="1100"/>
              <a:t>. Orientador: Antonio Carlos Vitte. 2013. 251 p. Tese (Doutorado em Geografia) - Unicamp, Campinas, 2013. 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/>
              <a:t>TORRES, Henrique Rodrigues. </a:t>
            </a:r>
            <a:r>
              <a:rPr b="1" lang="pt-BR" sz="1100"/>
              <a:t>A disputa pelo território em um território em disputa</a:t>
            </a:r>
            <a:r>
              <a:rPr lang="pt-BR" sz="1100"/>
              <a:t>: militarização de escolas públicas no Distrito Federal. Orientador: Cristina Maria Costa Leite. 2023. 167 p. Tese (Doutorado em Geografia) - Universidade de Brasília, Brasília, 2023. 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